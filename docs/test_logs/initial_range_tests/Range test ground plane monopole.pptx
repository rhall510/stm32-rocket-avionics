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176E3-F777-473D-BC8A-22719E8E3D8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9F617-3E65-4215-9F2F-C1F5A7744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94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19F617-3E65-4215-9F2F-C1F5A77441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31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8CD8-9422-5D36-6FCE-29E5272C3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53AE8-31FD-638B-C45F-F6423C778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F46C0-6A97-9FE9-382F-7314B5C8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BD097-BA52-DF35-BF0F-49DDAAA3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8856E-515D-E9E8-28E4-94802885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68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32E6-1924-29B8-062E-84B1535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CE6BD-054F-4D0A-AA4D-47319224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51998-E60E-D1B0-119C-EE88A690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FD9F-6F20-97B8-8F5D-90E1583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22B30-0566-59C6-615E-46B33B79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6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FD2A-F393-D61E-5117-BD7464CA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C9BD9-D34E-1487-14C1-E7D02981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8B75-A0DC-0D7A-D84D-18391E77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061A4-B51B-5133-6246-FAF6C0CCD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81168-BE81-A5FD-B939-16D2C85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8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7947-3155-E0BC-B55A-24D009B3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D92DA-0140-1A61-D37C-C41DB8E24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1E34B-6EB3-5CA9-3AB3-A283E25E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05581-E833-304F-8FFC-FEFA82F6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60F8E-6FF6-C7A9-6120-B9614A291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F6F48-F559-F6F8-9906-E614778F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62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2BB9-5EB5-287C-8EEB-17BD6F4A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207A8-392D-AA2B-42B1-83807192E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8EDE1-8038-239D-F8FE-E2F429541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0E1A9-F100-BADC-F21D-B65A9221C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385B3-6689-0FED-B0F7-4789CEAF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4E6D2-3B21-EDAE-24DD-3B4A2CC2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F976D-D8AE-7ECD-5DED-D8F2F6F6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6B8260-E2B0-4211-00B9-CEE7E232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57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3BEF-742F-B24D-A84B-8157756D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5E594-F5E3-5296-D060-C29345D7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A77B7-8C36-531F-BB42-A013092B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89FBA-24B4-F699-7085-CAB5116A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989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944C3-DAC8-A123-AE77-8AFB7762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C5E4A-8911-0BC8-6C26-DA93CC23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7A8B2-25A6-CDAE-F882-2A059155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77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6526-1AC5-7397-555F-A35B59AC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D3416-E6E0-AFB3-C6F3-C3D51A08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CB594-9597-2B88-8846-5D73A531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3EDA3-EE3B-A52E-2016-7E801462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67249-C8C7-BD15-204F-4DDE1E3C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D2E6A-A7CF-190C-E233-1E4DBC58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76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E32C-F8D9-E76F-5621-11858987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E8B26-7B09-1B61-1822-B951DBC57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F1294-BAE6-8363-0C2A-0D6EEC549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65F07-813A-0A8F-A57F-336566DF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B7803-1352-D86F-7760-204D7CF4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6B2CC-12BC-FD88-3A0E-84FAD2F8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41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7E24-5240-0CDF-8FB2-F8A44868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7DE3F-87EB-56A0-FDC9-94D69DAAE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85F2C-043B-34E0-D4CA-0F332CEE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A067E-C182-A6BA-1A1A-8BCACC1D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A6FF-95FD-535E-6294-C4D99C57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13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01719-A260-A589-8DF9-53C35B91F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CCDA2-D7C7-84C7-DED1-22A1B6A30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0A1E3-E485-FDDF-9551-F785CAA2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8A1F8-DED9-72A3-741E-EFD62363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E013B-F2C6-70EA-3122-0987E14F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73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1CAF4-8EE8-A0C3-79AC-8CA34913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5EB0C-53F8-1603-446A-AF5F62E76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2AFDD-6D19-2C07-AB6C-486091B06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26835-407F-4F4B-9DBC-2F73A5BB6D73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0F1D-1713-2776-4A4B-B3A97065B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91040-0D67-E410-30B6-8B9A8E622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F2222-9CE3-4618-996C-A195C0C397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2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DAD03D-D97C-D80B-D6D2-2F323722EBDE}"/>
              </a:ext>
            </a:extLst>
          </p:cNvPr>
          <p:cNvSpPr/>
          <p:nvPr/>
        </p:nvSpPr>
        <p:spPr>
          <a:xfrm>
            <a:off x="2585860" y="3864864"/>
            <a:ext cx="1042416" cy="17373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3E983-75D1-0801-48FE-ECBE5B86EB26}"/>
              </a:ext>
            </a:extLst>
          </p:cNvPr>
          <p:cNvSpPr/>
          <p:nvPr/>
        </p:nvSpPr>
        <p:spPr>
          <a:xfrm>
            <a:off x="2792084" y="4038600"/>
            <a:ext cx="629968" cy="71199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95CB65-C27B-4B90-4522-E8B78EAD5BD1}"/>
              </a:ext>
            </a:extLst>
          </p:cNvPr>
          <p:cNvCxnSpPr>
            <a:cxnSpLocks/>
          </p:cNvCxnSpPr>
          <p:nvPr/>
        </p:nvCxnSpPr>
        <p:spPr>
          <a:xfrm>
            <a:off x="2444323" y="3817239"/>
            <a:ext cx="133826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6AEDCB-E104-73D0-9692-156179ECB839}"/>
              </a:ext>
            </a:extLst>
          </p:cNvPr>
          <p:cNvCxnSpPr>
            <a:cxnSpLocks/>
          </p:cNvCxnSpPr>
          <p:nvPr/>
        </p:nvCxnSpPr>
        <p:spPr>
          <a:xfrm>
            <a:off x="3754010" y="3802953"/>
            <a:ext cx="1221862" cy="152285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0FE42F-C94D-DA31-A9DD-C93135AC0601}"/>
              </a:ext>
            </a:extLst>
          </p:cNvPr>
          <p:cNvCxnSpPr>
            <a:cxnSpLocks/>
          </p:cNvCxnSpPr>
          <p:nvPr/>
        </p:nvCxnSpPr>
        <p:spPr>
          <a:xfrm flipH="1">
            <a:off x="1251036" y="3802954"/>
            <a:ext cx="1221862" cy="152285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174AFD-F85F-9160-16FB-632913033CA2}"/>
              </a:ext>
            </a:extLst>
          </p:cNvPr>
          <p:cNvCxnSpPr>
            <a:cxnSpLocks/>
          </p:cNvCxnSpPr>
          <p:nvPr/>
        </p:nvCxnSpPr>
        <p:spPr>
          <a:xfrm flipH="1">
            <a:off x="3107068" y="804672"/>
            <a:ext cx="6386" cy="296494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Arc 17">
            <a:extLst>
              <a:ext uri="{FF2B5EF4-FFF2-40B4-BE49-F238E27FC236}">
                <a16:creationId xmlns:a16="http://schemas.microsoft.com/office/drawing/2014/main" id="{0AB1CF6A-F749-55C0-D4E5-18AECFD5B7D0}"/>
              </a:ext>
            </a:extLst>
          </p:cNvPr>
          <p:cNvSpPr/>
          <p:nvPr/>
        </p:nvSpPr>
        <p:spPr>
          <a:xfrm rot="5400000">
            <a:off x="3184656" y="3737279"/>
            <a:ext cx="1219199" cy="1219199"/>
          </a:xfrm>
          <a:prstGeom prst="arc">
            <a:avLst>
              <a:gd name="adj1" fmla="val 17714432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F0ACC-E5B8-FAA4-07A2-298ECC256BDF}"/>
              </a:ext>
            </a:extLst>
          </p:cNvPr>
          <p:cNvSpPr txBox="1"/>
          <p:nvPr/>
        </p:nvSpPr>
        <p:spPr>
          <a:xfrm>
            <a:off x="3967237" y="4913269"/>
            <a:ext cx="101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45°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FDE1D1-05EC-1820-E026-7E544CE228D8}"/>
              </a:ext>
            </a:extLst>
          </p:cNvPr>
          <p:cNvCxnSpPr>
            <a:cxnSpLocks/>
          </p:cNvCxnSpPr>
          <p:nvPr/>
        </p:nvCxnSpPr>
        <p:spPr>
          <a:xfrm>
            <a:off x="3757203" y="3891129"/>
            <a:ext cx="0" cy="192778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9D9AF00-649A-257D-C26F-AC712AE57884}"/>
              </a:ext>
            </a:extLst>
          </p:cNvPr>
          <p:cNvSpPr txBox="1"/>
          <p:nvPr/>
        </p:nvSpPr>
        <p:spPr>
          <a:xfrm>
            <a:off x="5185905" y="4589954"/>
            <a:ext cx="1376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SMA female panel mount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20BBD6-7C2C-CEA8-417A-46D66E5A265A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3422052" y="4394597"/>
            <a:ext cx="1857873" cy="34211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59409E-918B-61CE-88C7-CC8DAD87C40C}"/>
              </a:ext>
            </a:extLst>
          </p:cNvPr>
          <p:cNvSpPr txBox="1"/>
          <p:nvPr/>
        </p:nvSpPr>
        <p:spPr>
          <a:xfrm>
            <a:off x="4761369" y="3186146"/>
            <a:ext cx="1376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Ground plane wires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8F5DAA-6728-3EFD-B86D-84A2E43D899D}"/>
              </a:ext>
            </a:extLst>
          </p:cNvPr>
          <p:cNvCxnSpPr>
            <a:cxnSpLocks/>
          </p:cNvCxnSpPr>
          <p:nvPr/>
        </p:nvCxnSpPr>
        <p:spPr>
          <a:xfrm flipH="1">
            <a:off x="3967237" y="3522389"/>
            <a:ext cx="1015639" cy="5162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5734FCB-B238-C10C-D17C-2C0B9B42B8DC}"/>
              </a:ext>
            </a:extLst>
          </p:cNvPr>
          <p:cNvSpPr txBox="1"/>
          <p:nvPr/>
        </p:nvSpPr>
        <p:spPr>
          <a:xfrm>
            <a:off x="4761369" y="1827481"/>
            <a:ext cx="1376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Monopole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B4E004-D564-514E-971A-4F4872AA2633}"/>
              </a:ext>
            </a:extLst>
          </p:cNvPr>
          <p:cNvCxnSpPr>
            <a:cxnSpLocks/>
          </p:cNvCxnSpPr>
          <p:nvPr/>
        </p:nvCxnSpPr>
        <p:spPr>
          <a:xfrm flipH="1">
            <a:off x="3184656" y="2088247"/>
            <a:ext cx="1798220" cy="2354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Left Bracket 40">
            <a:extLst>
              <a:ext uri="{FF2B5EF4-FFF2-40B4-BE49-F238E27FC236}">
                <a16:creationId xmlns:a16="http://schemas.microsoft.com/office/drawing/2014/main" id="{1D1110E4-24D0-064B-D6C6-610214EED3D8}"/>
              </a:ext>
            </a:extLst>
          </p:cNvPr>
          <p:cNvSpPr/>
          <p:nvPr/>
        </p:nvSpPr>
        <p:spPr>
          <a:xfrm>
            <a:off x="2923711" y="847122"/>
            <a:ext cx="101294" cy="2890157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250BF1-4090-4EE1-3E44-66C834E9EAD8}"/>
              </a:ext>
            </a:extLst>
          </p:cNvPr>
          <p:cNvSpPr txBox="1"/>
          <p:nvPr/>
        </p:nvSpPr>
        <p:spPr>
          <a:xfrm>
            <a:off x="1867040" y="2140494"/>
            <a:ext cx="1015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~90mm</a:t>
            </a:r>
          </a:p>
        </p:txBody>
      </p:sp>
      <p:sp>
        <p:nvSpPr>
          <p:cNvPr id="43" name="Left Bracket 42">
            <a:extLst>
              <a:ext uri="{FF2B5EF4-FFF2-40B4-BE49-F238E27FC236}">
                <a16:creationId xmlns:a16="http://schemas.microsoft.com/office/drawing/2014/main" id="{E419558D-928D-6591-C983-581F79DA0364}"/>
              </a:ext>
            </a:extLst>
          </p:cNvPr>
          <p:cNvSpPr/>
          <p:nvPr/>
        </p:nvSpPr>
        <p:spPr>
          <a:xfrm rot="2358358">
            <a:off x="1640262" y="3517989"/>
            <a:ext cx="136726" cy="1940841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423AC8-F696-0FB2-B86F-CFFA12C7BB3C}"/>
              </a:ext>
            </a:extLst>
          </p:cNvPr>
          <p:cNvSpPr txBox="1"/>
          <p:nvPr/>
        </p:nvSpPr>
        <p:spPr>
          <a:xfrm>
            <a:off x="707616" y="4107602"/>
            <a:ext cx="1015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~100mm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CB59D01-B273-9A32-D3D5-F246EE64B146}"/>
              </a:ext>
            </a:extLst>
          </p:cNvPr>
          <p:cNvSpPr/>
          <p:nvPr/>
        </p:nvSpPr>
        <p:spPr>
          <a:xfrm>
            <a:off x="8494109" y="2713725"/>
            <a:ext cx="1811614" cy="1633153"/>
          </a:xfrm>
          <a:custGeom>
            <a:avLst/>
            <a:gdLst>
              <a:gd name="csX0" fmla="*/ 1490400 w 1811614"/>
              <a:gd name="csY0" fmla="*/ 1163239 h 1633153"/>
              <a:gd name="csX1" fmla="*/ 1328764 w 1811614"/>
              <a:gd name="csY1" fmla="*/ 1324875 h 1633153"/>
              <a:gd name="csX2" fmla="*/ 1490400 w 1811614"/>
              <a:gd name="csY2" fmla="*/ 1486511 h 1633153"/>
              <a:gd name="csX3" fmla="*/ 1652036 w 1811614"/>
              <a:gd name="csY3" fmla="*/ 1324875 h 1633153"/>
              <a:gd name="csX4" fmla="*/ 1490400 w 1811614"/>
              <a:gd name="csY4" fmla="*/ 1163239 h 1633153"/>
              <a:gd name="csX5" fmla="*/ 322000 w 1811614"/>
              <a:gd name="csY5" fmla="*/ 1163239 h 1633153"/>
              <a:gd name="csX6" fmla="*/ 160364 w 1811614"/>
              <a:gd name="csY6" fmla="*/ 1324875 h 1633153"/>
              <a:gd name="csX7" fmla="*/ 322000 w 1811614"/>
              <a:gd name="csY7" fmla="*/ 1486511 h 1633153"/>
              <a:gd name="csX8" fmla="*/ 483636 w 1811614"/>
              <a:gd name="csY8" fmla="*/ 1324875 h 1633153"/>
              <a:gd name="csX9" fmla="*/ 322000 w 1811614"/>
              <a:gd name="csY9" fmla="*/ 1163239 h 1633153"/>
              <a:gd name="csX10" fmla="*/ 1490400 w 1811614"/>
              <a:gd name="csY10" fmla="*/ 149149 h 1633153"/>
              <a:gd name="csX11" fmla="*/ 1328764 w 1811614"/>
              <a:gd name="csY11" fmla="*/ 310785 h 1633153"/>
              <a:gd name="csX12" fmla="*/ 1490400 w 1811614"/>
              <a:gd name="csY12" fmla="*/ 472421 h 1633153"/>
              <a:gd name="csX13" fmla="*/ 1652036 w 1811614"/>
              <a:gd name="csY13" fmla="*/ 310785 h 1633153"/>
              <a:gd name="csX14" fmla="*/ 1490400 w 1811614"/>
              <a:gd name="csY14" fmla="*/ 149149 h 1633153"/>
              <a:gd name="csX15" fmla="*/ 322000 w 1811614"/>
              <a:gd name="csY15" fmla="*/ 149149 h 1633153"/>
              <a:gd name="csX16" fmla="*/ 160364 w 1811614"/>
              <a:gd name="csY16" fmla="*/ 310785 h 1633153"/>
              <a:gd name="csX17" fmla="*/ 322000 w 1811614"/>
              <a:gd name="csY17" fmla="*/ 472421 h 1633153"/>
              <a:gd name="csX18" fmla="*/ 483636 w 1811614"/>
              <a:gd name="csY18" fmla="*/ 310785 h 1633153"/>
              <a:gd name="csX19" fmla="*/ 322000 w 1811614"/>
              <a:gd name="csY19" fmla="*/ 149149 h 1633153"/>
              <a:gd name="csX20" fmla="*/ 0 w 1811614"/>
              <a:gd name="csY20" fmla="*/ 0 h 1633153"/>
              <a:gd name="csX21" fmla="*/ 1811614 w 1811614"/>
              <a:gd name="csY21" fmla="*/ 0 h 1633153"/>
              <a:gd name="csX22" fmla="*/ 1811614 w 1811614"/>
              <a:gd name="csY22" fmla="*/ 1633153 h 1633153"/>
              <a:gd name="csX23" fmla="*/ 0 w 1811614"/>
              <a:gd name="csY23" fmla="*/ 1633153 h 16331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811614" h="1633153">
                <a:moveTo>
                  <a:pt x="1490400" y="1163239"/>
                </a:moveTo>
                <a:cubicBezTo>
                  <a:pt x="1401131" y="1163239"/>
                  <a:pt x="1328764" y="1235606"/>
                  <a:pt x="1328764" y="1324875"/>
                </a:cubicBezTo>
                <a:cubicBezTo>
                  <a:pt x="1328764" y="1414144"/>
                  <a:pt x="1401131" y="1486511"/>
                  <a:pt x="1490400" y="1486511"/>
                </a:cubicBezTo>
                <a:cubicBezTo>
                  <a:pt x="1579669" y="1486511"/>
                  <a:pt x="1652036" y="1414144"/>
                  <a:pt x="1652036" y="1324875"/>
                </a:cubicBezTo>
                <a:cubicBezTo>
                  <a:pt x="1652036" y="1235606"/>
                  <a:pt x="1579669" y="1163239"/>
                  <a:pt x="1490400" y="1163239"/>
                </a:cubicBezTo>
                <a:close/>
                <a:moveTo>
                  <a:pt x="322000" y="1163239"/>
                </a:moveTo>
                <a:cubicBezTo>
                  <a:pt x="232731" y="1163239"/>
                  <a:pt x="160364" y="1235606"/>
                  <a:pt x="160364" y="1324875"/>
                </a:cubicBezTo>
                <a:cubicBezTo>
                  <a:pt x="160364" y="1414144"/>
                  <a:pt x="232731" y="1486511"/>
                  <a:pt x="322000" y="1486511"/>
                </a:cubicBezTo>
                <a:cubicBezTo>
                  <a:pt x="411269" y="1486511"/>
                  <a:pt x="483636" y="1414144"/>
                  <a:pt x="483636" y="1324875"/>
                </a:cubicBezTo>
                <a:cubicBezTo>
                  <a:pt x="483636" y="1235606"/>
                  <a:pt x="411269" y="1163239"/>
                  <a:pt x="322000" y="1163239"/>
                </a:cubicBezTo>
                <a:close/>
                <a:moveTo>
                  <a:pt x="1490400" y="149149"/>
                </a:moveTo>
                <a:cubicBezTo>
                  <a:pt x="1401131" y="149149"/>
                  <a:pt x="1328764" y="221516"/>
                  <a:pt x="1328764" y="310785"/>
                </a:cubicBezTo>
                <a:cubicBezTo>
                  <a:pt x="1328764" y="400054"/>
                  <a:pt x="1401131" y="472421"/>
                  <a:pt x="1490400" y="472421"/>
                </a:cubicBezTo>
                <a:cubicBezTo>
                  <a:pt x="1579669" y="472421"/>
                  <a:pt x="1652036" y="400054"/>
                  <a:pt x="1652036" y="310785"/>
                </a:cubicBezTo>
                <a:cubicBezTo>
                  <a:pt x="1652036" y="221516"/>
                  <a:pt x="1579669" y="149149"/>
                  <a:pt x="1490400" y="149149"/>
                </a:cubicBezTo>
                <a:close/>
                <a:moveTo>
                  <a:pt x="322000" y="149149"/>
                </a:moveTo>
                <a:cubicBezTo>
                  <a:pt x="232731" y="149149"/>
                  <a:pt x="160364" y="221516"/>
                  <a:pt x="160364" y="310785"/>
                </a:cubicBezTo>
                <a:cubicBezTo>
                  <a:pt x="160364" y="400054"/>
                  <a:pt x="232731" y="472421"/>
                  <a:pt x="322000" y="472421"/>
                </a:cubicBezTo>
                <a:cubicBezTo>
                  <a:pt x="411269" y="472421"/>
                  <a:pt x="483636" y="400054"/>
                  <a:pt x="483636" y="310785"/>
                </a:cubicBezTo>
                <a:cubicBezTo>
                  <a:pt x="483636" y="221516"/>
                  <a:pt x="411269" y="149149"/>
                  <a:pt x="322000" y="149149"/>
                </a:cubicBezTo>
                <a:close/>
                <a:moveTo>
                  <a:pt x="0" y="0"/>
                </a:moveTo>
                <a:lnTo>
                  <a:pt x="1811614" y="0"/>
                </a:lnTo>
                <a:lnTo>
                  <a:pt x="1811614" y="1633153"/>
                </a:lnTo>
                <a:lnTo>
                  <a:pt x="0" y="1633153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B00513-FA9F-B9AA-8290-E8704FA4F116}"/>
              </a:ext>
            </a:extLst>
          </p:cNvPr>
          <p:cNvSpPr/>
          <p:nvPr/>
        </p:nvSpPr>
        <p:spPr>
          <a:xfrm>
            <a:off x="9337964" y="3469563"/>
            <a:ext cx="147782" cy="14778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126FD1-7198-CEB0-2A99-3E61203890E0}"/>
              </a:ext>
            </a:extLst>
          </p:cNvPr>
          <p:cNvCxnSpPr>
            <a:cxnSpLocks/>
          </p:cNvCxnSpPr>
          <p:nvPr/>
        </p:nvCxnSpPr>
        <p:spPr>
          <a:xfrm flipH="1">
            <a:off x="8358909" y="3031836"/>
            <a:ext cx="205047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839DD16-CD77-7DDF-9630-21BE60650191}"/>
              </a:ext>
            </a:extLst>
          </p:cNvPr>
          <p:cNvCxnSpPr>
            <a:cxnSpLocks/>
          </p:cNvCxnSpPr>
          <p:nvPr/>
        </p:nvCxnSpPr>
        <p:spPr>
          <a:xfrm flipH="1">
            <a:off x="8377382" y="4047835"/>
            <a:ext cx="205047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F2C65D4-0BFA-AD7D-3586-DEE0FEE57945}"/>
              </a:ext>
            </a:extLst>
          </p:cNvPr>
          <p:cNvCxnSpPr>
            <a:cxnSpLocks/>
          </p:cNvCxnSpPr>
          <p:nvPr/>
        </p:nvCxnSpPr>
        <p:spPr>
          <a:xfrm flipH="1" flipV="1">
            <a:off x="7257723" y="1862645"/>
            <a:ext cx="1132727" cy="11712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73020A9-8DC0-30CF-0226-5E46BF04B6BC}"/>
              </a:ext>
            </a:extLst>
          </p:cNvPr>
          <p:cNvCxnSpPr>
            <a:cxnSpLocks/>
          </p:cNvCxnSpPr>
          <p:nvPr/>
        </p:nvCxnSpPr>
        <p:spPr>
          <a:xfrm flipH="1" flipV="1">
            <a:off x="10392542" y="4029364"/>
            <a:ext cx="1132727" cy="11712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5BFA38A-E63D-E19D-62DA-2F1DD42DE35C}"/>
              </a:ext>
            </a:extLst>
          </p:cNvPr>
          <p:cNvCxnSpPr>
            <a:cxnSpLocks/>
          </p:cNvCxnSpPr>
          <p:nvPr/>
        </p:nvCxnSpPr>
        <p:spPr>
          <a:xfrm flipH="1">
            <a:off x="10385470" y="1862645"/>
            <a:ext cx="1132727" cy="11712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CA2EB96-1047-305B-8C4A-BFCFC1DC88F6}"/>
              </a:ext>
            </a:extLst>
          </p:cNvPr>
          <p:cNvCxnSpPr>
            <a:cxnSpLocks/>
          </p:cNvCxnSpPr>
          <p:nvPr/>
        </p:nvCxnSpPr>
        <p:spPr>
          <a:xfrm flipH="1">
            <a:off x="7269870" y="4029364"/>
            <a:ext cx="1132727" cy="117125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B5EE3BF-9A0E-8B38-53B7-90EEA25940CD}"/>
              </a:ext>
            </a:extLst>
          </p:cNvPr>
          <p:cNvSpPr txBox="1"/>
          <p:nvPr/>
        </p:nvSpPr>
        <p:spPr>
          <a:xfrm>
            <a:off x="2101362" y="235285"/>
            <a:ext cx="1959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SIDE PROFILE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EC43BE-5CC2-2218-90AC-009A573BC117}"/>
              </a:ext>
            </a:extLst>
          </p:cNvPr>
          <p:cNvSpPr txBox="1"/>
          <p:nvPr/>
        </p:nvSpPr>
        <p:spPr>
          <a:xfrm>
            <a:off x="8346191" y="235285"/>
            <a:ext cx="1959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TOP PROFILE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35562D-E64E-1AB0-5C95-1F301244DC90}"/>
              </a:ext>
            </a:extLst>
          </p:cNvPr>
          <p:cNvCxnSpPr>
            <a:cxnSpLocks/>
            <a:endCxn id="51" idx="2"/>
          </p:cNvCxnSpPr>
          <p:nvPr/>
        </p:nvCxnSpPr>
        <p:spPr>
          <a:xfrm>
            <a:off x="5929745" y="2088247"/>
            <a:ext cx="3408219" cy="145520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6F00A3B-F2CB-F1D2-65FD-9408F31364A9}"/>
              </a:ext>
            </a:extLst>
          </p:cNvPr>
          <p:cNvCxnSpPr>
            <a:cxnSpLocks/>
          </p:cNvCxnSpPr>
          <p:nvPr/>
        </p:nvCxnSpPr>
        <p:spPr>
          <a:xfrm>
            <a:off x="5836659" y="3553330"/>
            <a:ext cx="2282105" cy="6920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8D15C56-F3C0-CCC5-12B8-88A7D15D81FD}"/>
              </a:ext>
            </a:extLst>
          </p:cNvPr>
          <p:cNvCxnSpPr>
            <a:cxnSpLocks/>
            <a:endCxn id="50" idx="23"/>
          </p:cNvCxnSpPr>
          <p:nvPr/>
        </p:nvCxnSpPr>
        <p:spPr>
          <a:xfrm flipV="1">
            <a:off x="6393800" y="4346878"/>
            <a:ext cx="2100309" cy="4279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Left Bracket 82">
            <a:extLst>
              <a:ext uri="{FF2B5EF4-FFF2-40B4-BE49-F238E27FC236}">
                <a16:creationId xmlns:a16="http://schemas.microsoft.com/office/drawing/2014/main" id="{1C6D9DCC-815E-D71A-0391-D0C6BFEB198C}"/>
              </a:ext>
            </a:extLst>
          </p:cNvPr>
          <p:cNvSpPr/>
          <p:nvPr/>
        </p:nvSpPr>
        <p:spPr>
          <a:xfrm rot="16200000">
            <a:off x="9332480" y="4027753"/>
            <a:ext cx="151400" cy="1785706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61D2BE-2395-0E26-B9B4-314F24B88850}"/>
              </a:ext>
            </a:extLst>
          </p:cNvPr>
          <p:cNvSpPr txBox="1"/>
          <p:nvPr/>
        </p:nvSpPr>
        <p:spPr>
          <a:xfrm>
            <a:off x="8830144" y="5018033"/>
            <a:ext cx="1015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12.5 mm</a:t>
            </a:r>
          </a:p>
        </p:txBody>
      </p:sp>
      <p:sp>
        <p:nvSpPr>
          <p:cNvPr id="85" name="Left Bracket 84">
            <a:extLst>
              <a:ext uri="{FF2B5EF4-FFF2-40B4-BE49-F238E27FC236}">
                <a16:creationId xmlns:a16="http://schemas.microsoft.com/office/drawing/2014/main" id="{A101585E-D3F6-B6F9-A62F-201E99024737}"/>
              </a:ext>
            </a:extLst>
          </p:cNvPr>
          <p:cNvSpPr/>
          <p:nvPr/>
        </p:nvSpPr>
        <p:spPr>
          <a:xfrm rot="10800000">
            <a:off x="10998176" y="2713722"/>
            <a:ext cx="179360" cy="1633154"/>
          </a:xfrm>
          <a:prstGeom prst="leftBracket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8A4A66-E3BC-BD37-34C5-7D404FC5AF35}"/>
              </a:ext>
            </a:extLst>
          </p:cNvPr>
          <p:cNvSpPr txBox="1"/>
          <p:nvPr/>
        </p:nvSpPr>
        <p:spPr>
          <a:xfrm>
            <a:off x="11073878" y="3411290"/>
            <a:ext cx="1015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/>
              <a:t>12.5 mm</a:t>
            </a:r>
          </a:p>
        </p:txBody>
      </p:sp>
    </p:spTree>
    <p:extLst>
      <p:ext uri="{BB962C8B-B14F-4D97-AF65-F5344CB8AC3E}">
        <p14:creationId xmlns:p14="http://schemas.microsoft.com/office/powerpoint/2010/main" val="19273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B97F6F5-F298-B9DB-876C-DE78C51B03FC}"/>
              </a:ext>
            </a:extLst>
          </p:cNvPr>
          <p:cNvSpPr/>
          <p:nvPr/>
        </p:nvSpPr>
        <p:spPr>
          <a:xfrm>
            <a:off x="3112654" y="3186783"/>
            <a:ext cx="4636655" cy="3444928"/>
          </a:xfrm>
          <a:custGeom>
            <a:avLst/>
            <a:gdLst>
              <a:gd name="csX0" fmla="*/ 0 w 4636655"/>
              <a:gd name="csY0" fmla="*/ 2576994 h 3454449"/>
              <a:gd name="csX1" fmla="*/ 27709 w 4636655"/>
              <a:gd name="csY1" fmla="*/ 2734012 h 3454449"/>
              <a:gd name="csX2" fmla="*/ 36946 w 4636655"/>
              <a:gd name="csY2" fmla="*/ 2974158 h 3454449"/>
              <a:gd name="csX3" fmla="*/ 73891 w 4636655"/>
              <a:gd name="csY3" fmla="*/ 3048049 h 3454449"/>
              <a:gd name="csX4" fmla="*/ 166255 w 4636655"/>
              <a:gd name="csY4" fmla="*/ 3149649 h 3454449"/>
              <a:gd name="csX5" fmla="*/ 424873 w 4636655"/>
              <a:gd name="csY5" fmla="*/ 3325139 h 3454449"/>
              <a:gd name="csX6" fmla="*/ 628073 w 4636655"/>
              <a:gd name="csY6" fmla="*/ 3399030 h 3454449"/>
              <a:gd name="csX7" fmla="*/ 914400 w 4636655"/>
              <a:gd name="csY7" fmla="*/ 3454449 h 3454449"/>
              <a:gd name="csX8" fmla="*/ 1366982 w 4636655"/>
              <a:gd name="csY8" fmla="*/ 3435976 h 3454449"/>
              <a:gd name="csX9" fmla="*/ 1524000 w 4636655"/>
              <a:gd name="csY9" fmla="*/ 3426739 h 3454449"/>
              <a:gd name="csX10" fmla="*/ 1847273 w 4636655"/>
              <a:gd name="csY10" fmla="*/ 3352849 h 3454449"/>
              <a:gd name="csX11" fmla="*/ 2032000 w 4636655"/>
              <a:gd name="csY11" fmla="*/ 3288194 h 3454449"/>
              <a:gd name="csX12" fmla="*/ 2327564 w 4636655"/>
              <a:gd name="csY12" fmla="*/ 3140412 h 3454449"/>
              <a:gd name="csX13" fmla="*/ 2650837 w 4636655"/>
              <a:gd name="csY13" fmla="*/ 2752485 h 3454449"/>
              <a:gd name="csX14" fmla="*/ 2733964 w 4636655"/>
              <a:gd name="csY14" fmla="*/ 2632412 h 3454449"/>
              <a:gd name="csX15" fmla="*/ 2854037 w 4636655"/>
              <a:gd name="csY15" fmla="*/ 2290667 h 3454449"/>
              <a:gd name="csX16" fmla="*/ 2964873 w 4636655"/>
              <a:gd name="csY16" fmla="*/ 1967394 h 3454449"/>
              <a:gd name="csX17" fmla="*/ 3020291 w 4636655"/>
              <a:gd name="csY17" fmla="*/ 1791903 h 3454449"/>
              <a:gd name="csX18" fmla="*/ 3131127 w 4636655"/>
              <a:gd name="csY18" fmla="*/ 1542521 h 3454449"/>
              <a:gd name="csX19" fmla="*/ 3241964 w 4636655"/>
              <a:gd name="csY19" fmla="*/ 1265430 h 3454449"/>
              <a:gd name="csX20" fmla="*/ 3288146 w 4636655"/>
              <a:gd name="csY20" fmla="*/ 1200776 h 3454449"/>
              <a:gd name="csX21" fmla="*/ 3334327 w 4636655"/>
              <a:gd name="csY21" fmla="*/ 1080703 h 3454449"/>
              <a:gd name="csX22" fmla="*/ 3537527 w 4636655"/>
              <a:gd name="csY22" fmla="*/ 748194 h 3454449"/>
              <a:gd name="csX23" fmla="*/ 3611418 w 4636655"/>
              <a:gd name="csY23" fmla="*/ 646594 h 3454449"/>
              <a:gd name="csX24" fmla="*/ 3694546 w 4636655"/>
              <a:gd name="csY24" fmla="*/ 572703 h 3454449"/>
              <a:gd name="csX25" fmla="*/ 3768437 w 4636655"/>
              <a:gd name="csY25" fmla="*/ 498812 h 3454449"/>
              <a:gd name="csX26" fmla="*/ 3842327 w 4636655"/>
              <a:gd name="csY26" fmla="*/ 434158 h 3454449"/>
              <a:gd name="csX27" fmla="*/ 3916218 w 4636655"/>
              <a:gd name="csY27" fmla="*/ 360267 h 3454449"/>
              <a:gd name="csX28" fmla="*/ 4184073 w 4636655"/>
              <a:gd name="csY28" fmla="*/ 194012 h 3454449"/>
              <a:gd name="csX29" fmla="*/ 4294909 w 4636655"/>
              <a:gd name="csY29" fmla="*/ 129358 h 3454449"/>
              <a:gd name="csX30" fmla="*/ 4359564 w 4636655"/>
              <a:gd name="csY30" fmla="*/ 120121 h 3454449"/>
              <a:gd name="csX31" fmla="*/ 4470400 w 4636655"/>
              <a:gd name="csY31" fmla="*/ 64703 h 3454449"/>
              <a:gd name="csX32" fmla="*/ 4516582 w 4636655"/>
              <a:gd name="csY32" fmla="*/ 36994 h 3454449"/>
              <a:gd name="csX33" fmla="*/ 4562764 w 4636655"/>
              <a:gd name="csY33" fmla="*/ 18521 h 3454449"/>
              <a:gd name="csX34" fmla="*/ 4636655 w 4636655"/>
              <a:gd name="csY34" fmla="*/ 49 h 3454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636655" h="3454449">
                <a:moveTo>
                  <a:pt x="0" y="2576994"/>
                </a:moveTo>
                <a:cubicBezTo>
                  <a:pt x="8910" y="2621543"/>
                  <a:pt x="24962" y="2699212"/>
                  <a:pt x="27709" y="2734012"/>
                </a:cubicBezTo>
                <a:cubicBezTo>
                  <a:pt x="34014" y="2813871"/>
                  <a:pt x="25291" y="2894903"/>
                  <a:pt x="36946" y="2974158"/>
                </a:cubicBezTo>
                <a:cubicBezTo>
                  <a:pt x="40953" y="3001402"/>
                  <a:pt x="59459" y="3024597"/>
                  <a:pt x="73891" y="3048049"/>
                </a:cubicBezTo>
                <a:cubicBezTo>
                  <a:pt x="90904" y="3075695"/>
                  <a:pt x="144940" y="3131886"/>
                  <a:pt x="166255" y="3149649"/>
                </a:cubicBezTo>
                <a:cubicBezTo>
                  <a:pt x="265057" y="3231985"/>
                  <a:pt x="316106" y="3280953"/>
                  <a:pt x="424873" y="3325139"/>
                </a:cubicBezTo>
                <a:cubicBezTo>
                  <a:pt x="491646" y="3352265"/>
                  <a:pt x="556725" y="3388837"/>
                  <a:pt x="628073" y="3399030"/>
                </a:cubicBezTo>
                <a:cubicBezTo>
                  <a:pt x="810610" y="3425107"/>
                  <a:pt x="714999" y="3407530"/>
                  <a:pt x="914400" y="3454449"/>
                </a:cubicBezTo>
                <a:lnTo>
                  <a:pt x="1366982" y="3435976"/>
                </a:lnTo>
                <a:cubicBezTo>
                  <a:pt x="1419358" y="3433595"/>
                  <a:pt x="1471951" y="3433048"/>
                  <a:pt x="1524000" y="3426739"/>
                </a:cubicBezTo>
                <a:cubicBezTo>
                  <a:pt x="1613250" y="3415921"/>
                  <a:pt x="1765708" y="3377946"/>
                  <a:pt x="1847273" y="3352849"/>
                </a:cubicBezTo>
                <a:cubicBezTo>
                  <a:pt x="1909626" y="3333663"/>
                  <a:pt x="1972337" y="3314583"/>
                  <a:pt x="2032000" y="3288194"/>
                </a:cubicBezTo>
                <a:cubicBezTo>
                  <a:pt x="2132736" y="3243637"/>
                  <a:pt x="2327564" y="3140412"/>
                  <a:pt x="2327564" y="3140412"/>
                </a:cubicBezTo>
                <a:cubicBezTo>
                  <a:pt x="2465572" y="2980323"/>
                  <a:pt x="2540518" y="2903448"/>
                  <a:pt x="2650837" y="2752485"/>
                </a:cubicBezTo>
                <a:cubicBezTo>
                  <a:pt x="2679559" y="2713181"/>
                  <a:pt x="2711187" y="2675435"/>
                  <a:pt x="2733964" y="2632412"/>
                </a:cubicBezTo>
                <a:cubicBezTo>
                  <a:pt x="2848605" y="2415868"/>
                  <a:pt x="2791720" y="2489301"/>
                  <a:pt x="2854037" y="2290667"/>
                </a:cubicBezTo>
                <a:cubicBezTo>
                  <a:pt x="2888136" y="2181975"/>
                  <a:pt x="2930570" y="2076022"/>
                  <a:pt x="2964873" y="1967394"/>
                </a:cubicBezTo>
                <a:cubicBezTo>
                  <a:pt x="2983346" y="1908897"/>
                  <a:pt x="2999874" y="1849750"/>
                  <a:pt x="3020291" y="1791903"/>
                </a:cubicBezTo>
                <a:cubicBezTo>
                  <a:pt x="3106217" y="1548446"/>
                  <a:pt x="3040870" y="1753122"/>
                  <a:pt x="3131127" y="1542521"/>
                </a:cubicBezTo>
                <a:cubicBezTo>
                  <a:pt x="3170314" y="1451086"/>
                  <a:pt x="3184143" y="1346379"/>
                  <a:pt x="3241964" y="1265430"/>
                </a:cubicBezTo>
                <a:cubicBezTo>
                  <a:pt x="3257358" y="1243879"/>
                  <a:pt x="3276302" y="1224465"/>
                  <a:pt x="3288146" y="1200776"/>
                </a:cubicBezTo>
                <a:cubicBezTo>
                  <a:pt x="3307324" y="1162421"/>
                  <a:pt x="3316460" y="1119686"/>
                  <a:pt x="3334327" y="1080703"/>
                </a:cubicBezTo>
                <a:cubicBezTo>
                  <a:pt x="3374126" y="993870"/>
                  <a:pt x="3509613" y="786576"/>
                  <a:pt x="3537527" y="748194"/>
                </a:cubicBezTo>
                <a:cubicBezTo>
                  <a:pt x="3562157" y="714327"/>
                  <a:pt x="3583495" y="677802"/>
                  <a:pt x="3611418" y="646594"/>
                </a:cubicBezTo>
                <a:cubicBezTo>
                  <a:pt x="3636139" y="618965"/>
                  <a:pt x="3667549" y="598112"/>
                  <a:pt x="3694546" y="572703"/>
                </a:cubicBezTo>
                <a:cubicBezTo>
                  <a:pt x="3719911" y="548830"/>
                  <a:pt x="3743025" y="522635"/>
                  <a:pt x="3768437" y="498812"/>
                </a:cubicBezTo>
                <a:cubicBezTo>
                  <a:pt x="3792313" y="476428"/>
                  <a:pt x="3818451" y="456542"/>
                  <a:pt x="3842327" y="434158"/>
                </a:cubicBezTo>
                <a:cubicBezTo>
                  <a:pt x="3867739" y="410335"/>
                  <a:pt x="3889459" y="382566"/>
                  <a:pt x="3916218" y="360267"/>
                </a:cubicBezTo>
                <a:cubicBezTo>
                  <a:pt x="4006637" y="284918"/>
                  <a:pt x="4079152" y="263959"/>
                  <a:pt x="4184073" y="194012"/>
                </a:cubicBezTo>
                <a:cubicBezTo>
                  <a:pt x="4213326" y="174510"/>
                  <a:pt x="4259960" y="140112"/>
                  <a:pt x="4294909" y="129358"/>
                </a:cubicBezTo>
                <a:cubicBezTo>
                  <a:pt x="4315717" y="122956"/>
                  <a:pt x="4338012" y="123200"/>
                  <a:pt x="4359564" y="120121"/>
                </a:cubicBezTo>
                <a:cubicBezTo>
                  <a:pt x="4481012" y="39156"/>
                  <a:pt x="4350217" y="119332"/>
                  <a:pt x="4470400" y="64703"/>
                </a:cubicBezTo>
                <a:cubicBezTo>
                  <a:pt x="4486743" y="57274"/>
                  <a:pt x="4500525" y="45023"/>
                  <a:pt x="4516582" y="36994"/>
                </a:cubicBezTo>
                <a:cubicBezTo>
                  <a:pt x="4531411" y="29579"/>
                  <a:pt x="4547182" y="24187"/>
                  <a:pt x="4562764" y="18521"/>
                </a:cubicBezTo>
                <a:cubicBezTo>
                  <a:pt x="4618917" y="-1898"/>
                  <a:pt x="4600325" y="49"/>
                  <a:pt x="4636655" y="49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BF04B5-D6FE-40BE-9B8E-7174B9DD0C65}"/>
              </a:ext>
            </a:extLst>
          </p:cNvPr>
          <p:cNvSpPr/>
          <p:nvPr/>
        </p:nvSpPr>
        <p:spPr>
          <a:xfrm>
            <a:off x="2585860" y="3864864"/>
            <a:ext cx="1042416" cy="17373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114CF-7013-B677-8151-2AE35C51F367}"/>
              </a:ext>
            </a:extLst>
          </p:cNvPr>
          <p:cNvSpPr/>
          <p:nvPr/>
        </p:nvSpPr>
        <p:spPr>
          <a:xfrm>
            <a:off x="2792084" y="4038600"/>
            <a:ext cx="629968" cy="71199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EB7809-C770-3C11-170F-BF7A3FF46E77}"/>
              </a:ext>
            </a:extLst>
          </p:cNvPr>
          <p:cNvCxnSpPr>
            <a:cxnSpLocks/>
          </p:cNvCxnSpPr>
          <p:nvPr/>
        </p:nvCxnSpPr>
        <p:spPr>
          <a:xfrm>
            <a:off x="2444323" y="3817239"/>
            <a:ext cx="133826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1E1BCD-AAC9-421A-A7B8-41ECD3DCFB59}"/>
              </a:ext>
            </a:extLst>
          </p:cNvPr>
          <p:cNvCxnSpPr>
            <a:cxnSpLocks/>
          </p:cNvCxnSpPr>
          <p:nvPr/>
        </p:nvCxnSpPr>
        <p:spPr>
          <a:xfrm>
            <a:off x="3754010" y="3802953"/>
            <a:ext cx="1221862" cy="152285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FECBA5-46EF-0DEC-9C55-1CF900525DB1}"/>
              </a:ext>
            </a:extLst>
          </p:cNvPr>
          <p:cNvCxnSpPr>
            <a:cxnSpLocks/>
          </p:cNvCxnSpPr>
          <p:nvPr/>
        </p:nvCxnSpPr>
        <p:spPr>
          <a:xfrm flipH="1">
            <a:off x="1251036" y="3802954"/>
            <a:ext cx="1221862" cy="152285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7245FB-F9F2-0615-3FB7-FFFA3D2C05A6}"/>
              </a:ext>
            </a:extLst>
          </p:cNvPr>
          <p:cNvCxnSpPr>
            <a:cxnSpLocks/>
          </p:cNvCxnSpPr>
          <p:nvPr/>
        </p:nvCxnSpPr>
        <p:spPr>
          <a:xfrm flipH="1">
            <a:off x="3107068" y="804672"/>
            <a:ext cx="6386" cy="296494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C1DBB62-76F1-9D61-F12C-5E8C160885CA}"/>
              </a:ext>
            </a:extLst>
          </p:cNvPr>
          <p:cNvSpPr txBox="1"/>
          <p:nvPr/>
        </p:nvSpPr>
        <p:spPr>
          <a:xfrm>
            <a:off x="4975872" y="302962"/>
            <a:ext cx="1959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CONNECTION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F5C906-122A-ACAF-C1DA-3803A70B20B3}"/>
              </a:ext>
            </a:extLst>
          </p:cNvPr>
          <p:cNvGrpSpPr/>
          <p:nvPr/>
        </p:nvGrpSpPr>
        <p:grpSpPr>
          <a:xfrm>
            <a:off x="2669080" y="4881635"/>
            <a:ext cx="875976" cy="888350"/>
            <a:chOff x="2635692" y="5149454"/>
            <a:chExt cx="875976" cy="88835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CA8D32-35EB-85F8-DACD-BE7150C36D66}"/>
                </a:ext>
              </a:extLst>
            </p:cNvPr>
            <p:cNvSpPr/>
            <p:nvPr/>
          </p:nvSpPr>
          <p:spPr>
            <a:xfrm>
              <a:off x="2635692" y="5325810"/>
              <a:ext cx="875976" cy="71199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57C8CE-18F4-E8DF-47ED-0156AF529C88}"/>
                </a:ext>
              </a:extLst>
            </p:cNvPr>
            <p:cNvSpPr/>
            <p:nvPr/>
          </p:nvSpPr>
          <p:spPr>
            <a:xfrm flipH="1">
              <a:off x="3012056" y="5149454"/>
              <a:ext cx="123248" cy="1763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377859-F173-B714-9D86-9F67F7DB31FE}"/>
              </a:ext>
            </a:extLst>
          </p:cNvPr>
          <p:cNvGrpSpPr/>
          <p:nvPr/>
        </p:nvGrpSpPr>
        <p:grpSpPr>
          <a:xfrm rot="5400000">
            <a:off x="7752210" y="2748816"/>
            <a:ext cx="875976" cy="888350"/>
            <a:chOff x="2635692" y="5149454"/>
            <a:chExt cx="875976" cy="88835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93DE25-6DE7-57EC-277F-51BD67D76CFF}"/>
                </a:ext>
              </a:extLst>
            </p:cNvPr>
            <p:cNvSpPr/>
            <p:nvPr/>
          </p:nvSpPr>
          <p:spPr>
            <a:xfrm>
              <a:off x="2635692" y="5325810"/>
              <a:ext cx="875976" cy="71199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DE14E0-C5E7-F3F1-FE62-26A5109DC08A}"/>
                </a:ext>
              </a:extLst>
            </p:cNvPr>
            <p:cNvSpPr/>
            <p:nvPr/>
          </p:nvSpPr>
          <p:spPr>
            <a:xfrm flipH="1">
              <a:off x="3012056" y="5149454"/>
              <a:ext cx="123248" cy="17635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1DC7B66-5D42-0EC8-183B-FEE6AC3791EE}"/>
              </a:ext>
            </a:extLst>
          </p:cNvPr>
          <p:cNvSpPr/>
          <p:nvPr/>
        </p:nvSpPr>
        <p:spPr>
          <a:xfrm rot="5400000">
            <a:off x="8763564" y="2836994"/>
            <a:ext cx="629968" cy="71199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E367CC-B64E-9B7D-89E5-1C87023B6F16}"/>
              </a:ext>
            </a:extLst>
          </p:cNvPr>
          <p:cNvSpPr/>
          <p:nvPr/>
        </p:nvSpPr>
        <p:spPr>
          <a:xfrm rot="5400000">
            <a:off x="9000205" y="3106123"/>
            <a:ext cx="1042416" cy="17373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894D2D-F374-B222-6AE4-440A9886F617}"/>
              </a:ext>
            </a:extLst>
          </p:cNvPr>
          <p:cNvSpPr txBox="1"/>
          <p:nvPr/>
        </p:nvSpPr>
        <p:spPr>
          <a:xfrm>
            <a:off x="3782586" y="2964505"/>
            <a:ext cx="1376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SMA female panel mount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983CF5-91E3-2AAD-D2EE-E791F5FF5DD1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3628276" y="3487725"/>
            <a:ext cx="574269" cy="46400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754086E-804E-2E68-B32A-2234D4A70FD6}"/>
              </a:ext>
            </a:extLst>
          </p:cNvPr>
          <p:cNvSpPr txBox="1"/>
          <p:nvPr/>
        </p:nvSpPr>
        <p:spPr>
          <a:xfrm>
            <a:off x="7900333" y="4227374"/>
            <a:ext cx="1376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SMA female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4DED62-71ED-EAB4-DEAE-B79B05D7AC1F}"/>
              </a:ext>
            </a:extLst>
          </p:cNvPr>
          <p:cNvCxnSpPr>
            <a:cxnSpLocks/>
            <a:stCxn id="39" idx="0"/>
            <a:endCxn id="29" idx="3"/>
          </p:cNvCxnSpPr>
          <p:nvPr/>
        </p:nvCxnSpPr>
        <p:spPr>
          <a:xfrm flipV="1">
            <a:off x="8588420" y="3507975"/>
            <a:ext cx="490128" cy="71939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49884FA-6B6C-BA6E-EBFA-80A1ADC38A21}"/>
              </a:ext>
            </a:extLst>
          </p:cNvPr>
          <p:cNvSpPr txBox="1"/>
          <p:nvPr/>
        </p:nvSpPr>
        <p:spPr>
          <a:xfrm>
            <a:off x="4707341" y="3703707"/>
            <a:ext cx="1376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SMA male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2B1AF1-B017-A43C-19AC-134FD9080317}"/>
              </a:ext>
            </a:extLst>
          </p:cNvPr>
          <p:cNvCxnSpPr>
            <a:cxnSpLocks/>
          </p:cNvCxnSpPr>
          <p:nvPr/>
        </p:nvCxnSpPr>
        <p:spPr>
          <a:xfrm flipV="1">
            <a:off x="5846846" y="2964505"/>
            <a:ext cx="1899177" cy="8527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B69C07-AB92-EDFD-F16C-3A5C3EEBF47A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3545056" y="3993596"/>
            <a:ext cx="1613703" cy="14203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17D8D06-D2A1-A4E1-2C3D-9EE7B333525E}"/>
              </a:ext>
            </a:extLst>
          </p:cNvPr>
          <p:cNvSpPr txBox="1"/>
          <p:nvPr/>
        </p:nvSpPr>
        <p:spPr>
          <a:xfrm>
            <a:off x="5760562" y="5260099"/>
            <a:ext cx="1376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RG316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57A97F5-B255-34CC-47A1-B826302EE7C6}"/>
              </a:ext>
            </a:extLst>
          </p:cNvPr>
          <p:cNvCxnSpPr>
            <a:cxnSpLocks/>
            <a:stCxn id="32" idx="0"/>
          </p:cNvCxnSpPr>
          <p:nvPr/>
        </p:nvCxnSpPr>
        <p:spPr>
          <a:xfrm>
            <a:off x="9608281" y="3192991"/>
            <a:ext cx="53825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0C95D55-62EE-5637-724A-21B2B9C80ABF}"/>
              </a:ext>
            </a:extLst>
          </p:cNvPr>
          <p:cNvSpPr txBox="1"/>
          <p:nvPr/>
        </p:nvSpPr>
        <p:spPr>
          <a:xfrm>
            <a:off x="10103677" y="2925173"/>
            <a:ext cx="1376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To </a:t>
            </a:r>
            <a:r>
              <a:rPr lang="en-GB" sz="1400" dirty="0" err="1"/>
              <a:t>NanoVNA</a:t>
            </a:r>
            <a:r>
              <a:rPr lang="en-GB" sz="1400" dirty="0"/>
              <a:t> or transceiver</a:t>
            </a:r>
          </a:p>
        </p:txBody>
      </p:sp>
    </p:spTree>
    <p:extLst>
      <p:ext uri="{BB962C8B-B14F-4D97-AF65-F5344CB8AC3E}">
        <p14:creationId xmlns:p14="http://schemas.microsoft.com/office/powerpoint/2010/main" val="389257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6A2B-17BF-7F93-EE04-C60F2EFC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AA47-CDDA-6097-9F36-4D716BBB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 the monopole and ground wires to be 90/100mm long initially and then trim using </a:t>
            </a:r>
            <a:r>
              <a:rPr lang="en-GB" dirty="0" err="1"/>
              <a:t>NanoVNA</a:t>
            </a:r>
            <a:r>
              <a:rPr lang="en-GB" dirty="0"/>
              <a:t> to tune</a:t>
            </a:r>
          </a:p>
          <a:p>
            <a:r>
              <a:rPr lang="en-GB" dirty="0"/>
              <a:t>Ground wires will be two wires with each end extending beyond the mount to make 4 radials. Total length to cut initially: 100 x 2 + 12.5 = ~215mm</a:t>
            </a:r>
          </a:p>
          <a:p>
            <a:r>
              <a:rPr lang="en-GB" dirty="0"/>
              <a:t>Use SMA male to male for connection</a:t>
            </a:r>
          </a:p>
        </p:txBody>
      </p:sp>
    </p:spTree>
    <p:extLst>
      <p:ext uri="{BB962C8B-B14F-4D97-AF65-F5344CB8AC3E}">
        <p14:creationId xmlns:p14="http://schemas.microsoft.com/office/powerpoint/2010/main" val="82557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95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Hall</dc:creator>
  <cp:lastModifiedBy>Ryan Hall</cp:lastModifiedBy>
  <cp:revision>26</cp:revision>
  <dcterms:created xsi:type="dcterms:W3CDTF">2025-12-08T12:59:35Z</dcterms:created>
  <dcterms:modified xsi:type="dcterms:W3CDTF">2025-12-08T13:37:46Z</dcterms:modified>
</cp:coreProperties>
</file>